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Spending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amounts in Kenyan Shillings (KSh) | Period: 2024-01-14 to 2024-05-26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trends, and merchant/location insights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spend: KSh 120,208 across 60 transactions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transaction: KSh 2,003 (median: KSh 500)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month: 2024-01 (KSh 43,108)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Lowest month: 2024-04 (KSh 7,000)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category: Rent (31.6%)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payment method: Mpesa (81.4%)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merchant: Home (KSh 51,948)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area: Kikuyu Road (KSh 54,198)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trend</a:t>
            </a:r>
            <a:endParaRPr lang="en-US" sz="3400" dirty="0"/>
          </a:p>
        </p:txBody>
      </p:sp>
      <p:pic>
        <p:nvPicPr>
          <p:cNvPr id="3" name="Image 0" descr="/mnt/data/alex_expense_outputs_v2/01_monthly_sp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totals (KSh)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category/type</a:t>
            </a:r>
            <a:endParaRPr lang="en-US" sz="3400" dirty="0"/>
          </a:p>
        </p:txBody>
      </p:sp>
      <p:pic>
        <p:nvPicPr>
          <p:cNvPr id="3" name="Image 0" descr="/mnt/data/alex_expense_outputs_v2/02_spend_by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by spending type (KSh)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mix</a:t>
            </a:r>
            <a:endParaRPr lang="en-US" sz="3400" dirty="0"/>
          </a:p>
        </p:txBody>
      </p:sp>
      <p:pic>
        <p:nvPicPr>
          <p:cNvPr id="3" name="Image 0" descr="/mnt/data/alex_expense_outputs_v2/03_payment_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by payment method (KSh)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merchants</a:t>
            </a:r>
            <a:endParaRPr lang="en-US" sz="3400" dirty="0"/>
          </a:p>
        </p:txBody>
      </p:sp>
      <p:pic>
        <p:nvPicPr>
          <p:cNvPr id="3" name="Image 0" descr="/mnt/data/alex_expense_outputs_v2/04_top_mercha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merchants by spend (KSh)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5623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station detail (from Location):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5897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Baraka Waiyaki way: KSh 7,980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Dagoretti: KSh 5,000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Dagoretti ,Kikuyu: KSh 3,000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Kamiti Road: KSh 2,000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Northlands: KSh 2,000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locations/areas</a:t>
            </a:r>
            <a:endParaRPr lang="en-US" sz="3400" dirty="0"/>
          </a:p>
        </p:txBody>
      </p:sp>
      <p:pic>
        <p:nvPicPr>
          <p:cNvPr id="3" name="Image 0" descr="/mnt/data/alex_expense_outputs_v2/05_top_are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areas by spend (KSh)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5623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areas (quick list):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5897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Kikuyu Road: KSh 54,198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Ngong road: KSh 34,300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Baraka Waiyaki way: KSh 7,980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Dagoretti: KSh 5,000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Dagoretti ,Kikuyu: KSh 3,000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Ruiru Junction: KSh 2,000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mix by area vs category</a:t>
            </a:r>
            <a:endParaRPr lang="en-US" sz="3400" dirty="0"/>
          </a:p>
        </p:txBody>
      </p:sp>
      <p:pic>
        <p:nvPicPr>
          <p:cNvPr id="3" name="Image 0" descr="/mnt/data/alex_expense_outputs_v2/06_area_typ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Heatmap: spend totals by area and type (KSh)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 monthly budget vs actual for the largest categories (Rent, Tithe, Car).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fuel/transport, monitor spend by station (Shell locations) to spot price/volume changes.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possible, separate 'Merchant' from 'Location' in the data capture to improve accuracy and automation.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 'Purpose/Notes' field for large or unusual expenses to improve explainability.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2025-12-30T10:05:35Z</dcterms:created>
  <dcterms:modified xsi:type="dcterms:W3CDTF">2025-12-30T10:05:35Z</dcterms:modified>
</cp:coreProperties>
</file>